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マイルストーンはクラウドギア社の実績を踏まえた見積もり。エクスポート仕様確定が遅れると全体後ろ倒しのリスクあり。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在庫管理システム刷新プロジェクト 進捗報告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2026-07-08 / PM: 田中太郎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全体ステータス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ベンダー選定完了（クラウドギア社に決定）</a:t>
            </a:r>
          </a:p>
          <a:p>
            <a:r>
              <a:t>データ移行方針: 商品マスタ→在庫トランザクションの順で段階移行、並行稼働期間を設けて検証</a:t>
            </a:r>
          </a:p>
          <a:p>
            <a:r>
              <a:t>現行システムのエクスポート仕様は7月中に確定予定（未確定）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リスク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r>
                        <a:t>リスク項目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影響度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対応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現行システムのエクスポート仕様未確定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7月中に確定予定。ベンダーとヒアリング調整中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並行稼働期間のデータ整合性検証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検証計画を8月上旬までに策定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マイルストーン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6400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</a:tblGrid>
              <a:tr h="571500">
                <a:tc>
                  <a:txBody>
                    <a:bodyPr/>
                    <a:lstStyle/>
                    <a:p>
                      <a:r>
                        <a:t>日付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内容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2026-07-31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エクスポート仕様確定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2026-08-15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商品マスタ移行完了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2026-08-31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在庫トランザクション移行完了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